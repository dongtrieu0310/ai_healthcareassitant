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4" r:id="rId4"/>
    <p:sldId id="267" r:id="rId5"/>
    <p:sldId id="260" r:id="rId6"/>
    <p:sldId id="270" r:id="rId7"/>
    <p:sldId id="259" r:id="rId8"/>
    <p:sldId id="266" r:id="rId9"/>
    <p:sldId id="268" r:id="rId10"/>
    <p:sldId id="269" r:id="rId11"/>
    <p:sldId id="265" r:id="rId12"/>
    <p:sldId id="261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9"/>
    <p:restoredTop sz="94606"/>
  </p:normalViewPr>
  <p:slideViewPr>
    <p:cSldViewPr snapToGrid="0" snapToObjects="1">
      <p:cViewPr varScale="1">
        <p:scale>
          <a:sx n="119" d="100"/>
          <a:sy n="119" d="100"/>
        </p:scale>
        <p:origin x="11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E9796-55ED-43FA-32E6-B14D64E6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66814-12DE-C61C-4140-662FE9E0B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70F38-A355-A5B0-F4C8-ED79404475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DB3E6-623E-0119-8A2A-817476AAF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74590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43263-1B2F-CBEA-5EAB-86F928D9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C0CB5-1751-5E1D-8078-6F5F761EF8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CEF49-8D2E-C74D-3D0E-8ABCDD98C3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1D6A9-C0AF-B17F-9C74-5D8D735F1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0950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C2837-E603-C43A-EF8E-21AC78A51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F02726-D7B7-8FE2-92FD-9787B0480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26EB0-C798-BB29-7D7A-6668AA47AC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D4D5F-BD2D-49D4-20F2-372E0EC77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025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FAC63-E2CD-40A5-FA7A-F47C8EF8F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3892-1B2F-BED0-B13D-AAFDD2F2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97F23-6FDD-E440-861B-D51CE5D36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B4ED7-22B0-C2D5-C29B-8CEE0AE8C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2493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6802A-6939-AD2E-06B8-C994A9BF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87F21-FEFD-C791-A144-FC84B9B48B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0D0A2-C50F-985C-433D-F2DD2F478A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AEB30-2E2B-29E1-AFCF-F5A86132C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8170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sulianova/cardiovascular-disease-datas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kaggle.com/datasets/khan1803115/hypertension-risk-model-mai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Mô hình hỗ trợ đánh giá bệnh mãn tính</a:t>
            </a:r>
            <a:br>
              <a:rPr lang="vi-VN" sz="4000" b="1" dirty="0">
                <a:solidFill>
                  <a:srgbClr val="CFE3EC"/>
                </a:solidFill>
                <a:latin typeface="Arial"/>
              </a:rPr>
            </a:br>
            <a:r>
              <a:rPr lang="vi-VN" sz="4000" b="1" dirty="0">
                <a:solidFill>
                  <a:srgbClr val="CFE3EC"/>
                </a:solidFill>
                <a:latin typeface="Arial"/>
              </a:rPr>
              <a:t>dựa vào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dữ liệu chỉ số sức khoẻ có cấu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Lập trình Python cho Máy học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CS116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T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hầy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Hữu Quyền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04: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lang="vi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Trần Ngọc Khánh </a:t>
            </a:r>
            <a:r>
              <a:rPr lang="en-VN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</a:t>
            </a: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26410222</a:t>
            </a:r>
            <a:endParaRPr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072" y="1713145"/>
            <a:ext cx="11185855" cy="2221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 – Vấn đề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 – Giải pháp</a:t>
            </a:r>
          </a:p>
          <a:p>
            <a:pPr>
              <a:spcAft>
                <a:spcPts val="4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 – Demo 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502920" y="1325880"/>
            <a:ext cx="11185855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Vấn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đề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Đánh giá bệnh mãn tính ban đầu tốn thời gian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Bác sĩ nhận hỗ trợ tăng tốc độ đánh giá lâm sàng các hồ sơ chỉ số sức khoẻ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Bài toán dự đoán nhãn phân loại và xác suất nhãn</a:t>
            </a:r>
            <a:endParaRPr lang="en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Tính năng giải quyết vấn đề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Sàng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lọc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đánh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giá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>
                <a:solidFill>
                  <a:srgbClr val="444B52"/>
                </a:solidFill>
                <a:latin typeface="Arial"/>
              </a:rPr>
              <a:t>RỦI RO 3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bệnh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mãn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tính</a:t>
            </a:r>
            <a:r>
              <a:rPr sz="1500" dirty="0">
                <a:solidFill>
                  <a:srgbClr val="444B52"/>
                </a:solidFill>
                <a:latin typeface="Arial"/>
              </a:rPr>
              <a:t>: Tim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mạch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Tiểu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Tăng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endParaRPr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vào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chỉ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sức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khỏe</a:t>
            </a:r>
            <a:r>
              <a:rPr sz="1500" dirty="0">
                <a:solidFill>
                  <a:srgbClr val="444B52"/>
                </a:solidFill>
                <a:latin typeface="Arial"/>
              </a:rPr>
              <a:t> (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tuổi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r>
              <a:rPr sz="1500" dirty="0">
                <a:solidFill>
                  <a:srgbClr val="444B52"/>
                </a:solidFill>
                <a:latin typeface="Arial"/>
              </a:rPr>
              <a:t>, BMI,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, cholesterol,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lối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sống</a:t>
            </a:r>
            <a:r>
              <a:rPr sz="1500" dirty="0">
                <a:solidFill>
                  <a:srgbClr val="444B52"/>
                </a:solidFill>
                <a:latin typeface="Arial"/>
              </a:rPr>
              <a:t>…)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ra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xác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suất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rủi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ro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cho mỗi bệnh trong 3 loại bệnh trên,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mức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độ rủi ro</a:t>
            </a:r>
            <a:r>
              <a:rPr sz="1500" dirty="0">
                <a:solidFill>
                  <a:srgbClr val="444B52"/>
                </a:solidFill>
                <a:latin typeface="Arial"/>
              </a:rPr>
              <a:t> (THẤP/TRUNG BÌNH/CAO)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khuyến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ngh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ị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12C6-5626-2B91-5488-0BFA66720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5FE787-3626-CB45-0701-6A61F7775C7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29716-1F64-851A-8BFF-9E3640C9AB52}"/>
              </a:ext>
            </a:extLst>
          </p:cNvPr>
          <p:cNvSpPr txBox="1"/>
          <p:nvPr/>
        </p:nvSpPr>
        <p:spPr>
          <a:xfrm>
            <a:off x="503073" y="2279967"/>
            <a:ext cx="4305995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app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112074-3F68-25C8-6E34-896D7D3CEEE4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9F5A01-6092-9D72-943C-A745393F9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46" y="1574499"/>
            <a:ext cx="7465807" cy="4440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32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2. Giải 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995682"/>
              </p:ext>
            </p:extLst>
          </p:nvPr>
        </p:nvGraphicFramePr>
        <p:xfrm>
          <a:off x="518007" y="2234995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Bệnh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Bộ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dữ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liệu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dòng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Đặc trưng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Nhãn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Tim mạch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Cardiovascular Disease (Kaggle)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cardio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Tiểu đường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Pima Indians Diabetes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Tăng huyết áp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Framingham Heart Study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4.240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6208"/>
            <a:ext cx="111858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</a:rPr>
              <a:t>Nguồn </a:t>
            </a:r>
            <a:r>
              <a:rPr lang="vi-VN" sz="1250" b="1" dirty="0">
                <a:solidFill>
                  <a:srgbClr val="444B52"/>
                </a:solidFill>
                <a:latin typeface="Arial"/>
              </a:rPr>
              <a:t>Kaggle</a:t>
            </a:r>
            <a:r>
              <a:rPr lang="vi-VN" sz="1250" dirty="0">
                <a:solidFill>
                  <a:srgbClr val="444B52"/>
                </a:solidFill>
                <a:latin typeface="Arial"/>
              </a:rPr>
              <a:t>: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https://www.kaggle.com/datasets/jamaltariqcheema/pima-indians-diabetes-dataset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https://www.kaggle.com/datasets/sulianova/cardiovascular-disease-dataset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4"/>
              </a:rPr>
              <a:t>https://www.kaggle.com/datasets/khan1803115/hypertension-risk-model-main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8EC98-9C55-C4EB-AD10-A384497E55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BB87-083E-E1D2-9330-88AF5B82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3016B-0092-D3E1-9EA4-94599E44935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2C029F-CDDC-453B-5A64-8E2D80478B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D3C4FE-8818-BF0F-9430-DF9870AB4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847" y="1943100"/>
            <a:ext cx="7366000" cy="3429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2E374B-B890-2DB9-847D-5B1876A9DAF0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204437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4E6FF-28A5-E54F-E22B-392D02EAA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7" y="1809689"/>
            <a:ext cx="7772400" cy="43395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482DE-B4E3-DEC2-D5FA-56307072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DF00CB-2EFC-F7B9-632B-A6B484C1707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C8FCCE-AD1A-B4FD-3FBA-146674886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66" y="1974990"/>
            <a:ext cx="11844562" cy="36139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5EAAF-B7ED-CD20-E70A-E51865014E1E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279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3B4-DEEE-AD69-93D4-D2E6166B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2F39D-10DE-BDC6-0600-326D7FDA7D7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1B9E17-D07A-FE8B-ED2A-AC10CCF55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170" y="3047315"/>
            <a:ext cx="7469659" cy="1771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5EDBAE-8AF2-7073-9CBE-0DC33ABAB030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1967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178A-7D52-76B6-0964-51C2F9989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590FEB-5C72-FF64-9BF9-5E4B7DFA93A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54E404-15A0-25D9-0286-92104EBEA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" y="2849099"/>
            <a:ext cx="11963542" cy="15039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B32D1C-DBA4-A325-80A7-CFAD97AE7263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</p:txBody>
      </p:sp>
    </p:spTree>
    <p:extLst>
      <p:ext uri="{BB962C8B-B14F-4D97-AF65-F5344CB8AC3E}">
        <p14:creationId xmlns:p14="http://schemas.microsoft.com/office/powerpoint/2010/main" val="3036067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B2369E-F6DD-3374-483C-ED25CBC11465}"/>
              </a:ext>
            </a:extLst>
          </p:cNvPr>
          <p:cNvSpPr txBox="1"/>
          <p:nvPr/>
        </p:nvSpPr>
        <p:spPr>
          <a:xfrm>
            <a:off x="9525000" y="1746765"/>
            <a:ext cx="2447237" cy="2341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Khuyến nghị dựa trên RULE (bảng tra cứu tĩnh), không dùng ML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Ánh xạ theo mức rủi ro (LOW/MODERATE/HIGH) từng bệnh + tổng thể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Ưu điểm: minh bạch, kiểm soát được, an toàn — phù hợp y tế; luôn kèm disclaimer</a:t>
            </a:r>
          </a:p>
          <a:p>
            <a:endParaRPr lang="en-V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50A6DB-880A-2B79-0FE5-F8DA311D40EA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webapp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C68638-EFDF-DDB0-FB0D-5CC77CE68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4" y="1592207"/>
            <a:ext cx="9427680" cy="526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Dem</a:t>
            </a:r>
            <a:r>
              <a:rPr lang="vi-VN" sz="2600" b="1" dirty="0">
                <a:solidFill>
                  <a:srgbClr val="FFFFFF"/>
                </a:solidFill>
                <a:latin typeface="Arial"/>
              </a:rPr>
              <a:t>o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85855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3.1 -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Đánh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giá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3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mãn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tính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3.2 -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Khuyến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nghị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3.3 - CRUD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nhân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và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đo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sức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khoẻ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E4DB9C-CCBF-6763-FF37-4C651DDB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173" y="2336671"/>
            <a:ext cx="8953347" cy="42116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thầy và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2878</TotalTime>
  <Words>685</Words>
  <Application>Microsoft Macintosh PowerPoint</Application>
  <PresentationFormat>Widescreen</PresentationFormat>
  <Paragraphs>90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123</cp:revision>
  <dcterms:created xsi:type="dcterms:W3CDTF">2013-01-27T09:14:16Z</dcterms:created>
  <dcterms:modified xsi:type="dcterms:W3CDTF">2026-09-27T12:56:28Z</dcterms:modified>
  <cp:category/>
</cp:coreProperties>
</file>